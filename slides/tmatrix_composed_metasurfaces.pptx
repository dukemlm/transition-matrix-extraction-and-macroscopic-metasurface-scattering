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T-MATRIX PIPELINE  ·  METHOD, VALIDATION, AND A DIAGNOSED LIMIT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Meta-Atoms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each meta-atom's transition matrix from one full-wave simulation, then predict whole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metasurfaces by linear algebra — where that works, where it breaks, and why the break is not fixable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aggregation algorithm.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65760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D:\Claude\T matrix  ·  ten direct-CST benchmarks  ·  cross-verified against treams (KIT) to 10⁻¹²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1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full-wave solve per atom — then metasurfaces become linear algebra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09928"/>
            <a:ext cx="402336" cy="402336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6824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per meta-atom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441448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CST solve of the isolated atom (PML, plane-wave illumination set)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fields sampled on a sphere, projected onto vector spherical waves (VSWFs)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Least-squares fit F = T·A → the atom's transition matrix T (30×30 at lmax 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481328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709928"/>
            <a:ext cx="402336" cy="402336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11496" y="16824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11496" y="2011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arrangement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0288" y="2441448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measured atoms on any periodic cell — one species or several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Pair-resolved Ewald lattice sums couple every atom to every other, exactly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block Foldy–Lax system for the self-consistent excitations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481328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8472" y="1709928"/>
            <a:ext cx="402336" cy="402336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834847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7112" y="16824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897112" y="2011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milliseconds each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75904" y="2441448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onto Floquet orders → full complex S-parameters, all diffraction channels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full-wave simulation of the composed array is ever run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min of CST per supercell benchmark vs milliseconds per composed design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17550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promise: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each atom once, then compose arbitrarily many metasurfaces from the measured parts — the repeated cell may hold one meta-atom or several different ones.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algebra: block-Bloch Foldy–Lax with Ewald lattice sums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6126480" cy="448056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 response (VSWF basis)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T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Pair-resolved Bloch lattice sum (Ewald)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Wₛₜ(k∥)  =  Σ′R  A(ρₜ − ρₛ + R) · exp(i k∥·R)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Self-consistent block solve, M atoms per cell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 − W T) a  =  a_inc ,     f  =  T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Floquet output map, order G on either side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E_G  ∝  (1/k_z,G) Σₛ exp(−i k_G·ρₛ) Fₛ(k̂_G)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600200"/>
            <a:ext cx="45994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vector spherical waves to lmax 3 → 30 modes per atom; a four-atom cell is a dense 120×120 solve.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Lattice sums by Ewald summation (via treams); an η-stability bracket refuses rather than guesses when the split disagrees.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 measured identical to treams: VSWFs to 7×10⁻¹⁶, plane-wave expansion 6×10⁻¹⁶, translation operator 5×10⁻¹⁵.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propagating diffraction order is returned, power-normalized — supercells diffract inside the band.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measured gold meta-atoms, ten blind CST benchmarks</a:t>
            </a:r>
            <a:endParaRPr lang="en-US" sz="3000" dirty="0"/>
          </a:p>
        </p:txBody>
      </p:sp>
      <p:pic>
        <p:nvPicPr>
          <p:cNvPr id="5" name="Image 0" descr="slides/figs/atoms_to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1688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83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spoke-and-wheel resonators, drawn to scale. All are 0.2 µm-thick gold, extracted in isolation over 10–34 THz (25 frequencies, stored at lmax 5).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23951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737360"/>
                <a:gridCol w="1947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ring outer radius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 resonance / 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2.338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2.877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3.596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3.956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3520440"/>
            <a:ext cx="5239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Layout: 16×16 µm repeated cell, atoms on the 8 µm square sub-lattice — four single-atom lattices + six mixed supercells.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has an independent direct-CST periodic reference: ten blind benchmarks in all.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imperfections are measured, not assumed: the extracted T's violate passivity by 2–5 % and reciprocity by up to ~18 % — the inputs, not the aggregation, set the error floor of the good cases.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· THE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aggregation itself is exact to round-off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algebraic identity / independent 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= 1 cell reduces to the one-atom code (coupling, f, S11/S21)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bit-identical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2×2 cell of four identical atoms ≡ the primitive lattice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8×10⁻¹⁶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basis-atom relabelling / whole-cell lattice shift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7×10⁻¹⁶ /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checkerboard selection rule: power in odd (n₁+n₂) orders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6×10⁻³³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 = 0 → S = S_background exactly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treams implementation of the whole chain, every cell, complex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1×10⁻¹²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67912" cy="2834640"/>
          </a:xfrm>
          <a:prstGeom prst="roundRect">
            <a:avLst>
              <a:gd name="adj" fmla="val 2258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18288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rules 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240280"/>
            <a:ext cx="3319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errors in the block solve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lattice-sum convergence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conventions and normalization</a:t>
            </a:r>
            <a:endParaRPr lang="en-US" sz="12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Floquet output 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error remains against full-wave CST lives in what a truncated single-centre T-matrix can represent — not in the code that manipulates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TEN BENCHMARKS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ordered by one geometric number, ρ = (aᵢ + aⱼ)/d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463040"/>
                <a:gridCol w="1143000"/>
                <a:gridCol w="105156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 (worst pair)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 of complex S21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|ΔS21|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alone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a,c;c,a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alone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b,c;c,b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a,b;b,a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a,d;b,c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alone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a,c;d,b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a,b;c,d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alone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= mean |S21_pred − S21_CST|² over the band, on the complex amplitude, 0th order. Seven of ten land at mean |ΔS21| 0.017–0.080 — the level set by the input T-matrices.</a:t>
            </a:r>
            <a:endParaRPr lang="en-US" sz="950" dirty="0"/>
          </a:p>
        </p:txBody>
      </p:sp>
      <p:pic>
        <p:nvPicPr>
          <p:cNvPr id="7" name="Image 0" descr="slides/figs/mse_vs_r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54480"/>
            <a:ext cx="4709160" cy="3788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56235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data: MSE vs ρ. Above ρ ≈ 0.94 (shaded) the multipole series barely contracts.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WHAT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ρ is moderate, composition is essentially free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of ten benchmarks: mean |ΔS21| 0.017–0.080 — within the input T-matrices' own passivity / reciprocity error.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supercell step adds nothing: a,b;b,a lands at 0.046, between its two pure lattices (0.030 and 0.054).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dark lattice resonance at 16.00 µm — invisible to any single-atom model — was predicted and then confirmed by direct CST: dark-channel power 1.5×10⁻⁵ against a 0.987 carrier.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transmission window: predicted 15.57 µm / |S21| 0.68, measured 15.35 µm / 0.72.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selection rule (odd diffraction orders extinguished) confirmed in every cell.</a:t>
            </a:r>
            <a:endParaRPr lang="en-US" sz="1300" dirty="0"/>
          </a:p>
        </p:txBody>
      </p:sp>
      <p:pic>
        <p:nvPicPr>
          <p:cNvPr id="6" name="Image 0" descr="slides/figs/s21_sing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81328"/>
            <a:ext cx="4709160" cy="43093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atom per 8 µm cell: prediction (markers) vs direct CST (pale). C, A, B track closely — D, the largest, already fails. That failure is the subject of the rest of this deck.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1 · THE A,B;C,D SUPERCELL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atoms, same lattice — 14× worse when B and D become neighbours</a:t>
            </a:r>
            <a:endParaRPr lang="en-US" sz="3000" dirty="0"/>
          </a:p>
        </p:txBody>
      </p:sp>
      <p:pic>
        <p:nvPicPr>
          <p:cNvPr id="5" name="Image 0" descr="slides/figs/s21_abcd_vs_c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892040" cy="43534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a,b;c,d: predicted |S21| (red) vs direct CST (grey). The deepest dip is misplaced by −5.51 µm.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5696712" cy="1325880"/>
          </a:xfrm>
          <a:prstGeom prst="roundRect">
            <a:avLst>
              <a:gd name="adj" fmla="val 4828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682496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0.1654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217920" y="2121408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0.0118 for a,d;b,c — identical atoms, identical lattice, different adjacency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035808"/>
            <a:ext cx="5696712" cy="1325880"/>
          </a:xfrm>
          <a:prstGeom prst="roundRect">
            <a:avLst>
              <a:gd name="adj" fmla="val 4828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3163824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−5.51 µm  /  +4.92 µm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217920" y="3602736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misplacement in a,b;c,d and its ρ-twin a,c;d,b — opposite signs, so no calibratable bias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0" y="4517136"/>
            <a:ext cx="5696712" cy="1325880"/>
          </a:xfrm>
          <a:prstGeom prst="roundRect">
            <a:avLst>
              <a:gd name="adj" fmla="val 4828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4645152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0.409 vs 0.388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217920" y="5084064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diffracted power of a,b;c,d, predicted vs measured (5.4 %); the ρ-twin a,c;d,b keeps 1.0 % (0.407 vs 0.403) — the specular channel breaks first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2 · ATOM D'S OWN LATTICE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 D alone: the resonance lands 19 % away — and red-shifted</a:t>
            </a:r>
            <a:endParaRPr lang="en-US" sz="3000" dirty="0"/>
          </a:p>
        </p:txBody>
      </p:sp>
      <p:pic>
        <p:nvPicPr>
          <p:cNvPr id="5" name="Image 0" descr="slides/figs/s21_D_al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3810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492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alone on its 8 µm lattice: predicted dip 19.1 µm (repo = treams, indistinguishable) vs 23.5 µm measured; absorption goes negative.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92240" y="1572768"/>
            <a:ext cx="5148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C blue-shift from isolated to array resonance by a consistent 1.3–2.0 µm. D red-shifts by +2.74 µm — opposite sign.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parametric sweep the anomaly tracks the closing gap, not the atom: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54680"/>
          <a:ext cx="51480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08760"/>
                <a:gridCol w="1371600"/>
                <a:gridCol w="1078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to neighbour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CST array dip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dip / 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2.246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13.13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1.526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14.90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0.807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17.34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5.50  (= 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0.088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23.51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5029200"/>
            <a:ext cx="5148072" cy="1051560"/>
          </a:xfrm>
          <a:prstGeom prst="roundRect">
            <a:avLst>
              <a:gd name="adj" fmla="val 6087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48272" y="5138928"/>
            <a:ext cx="4636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nm apart at scale 5.5: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near-touching capacitive red-shift — a hybridized gap mode of the pair. Real physics, present in full-wave, absent from the prediction.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· CLEARING SUSPECTS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T-matrix is innocent — and so is the implementation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T-matrix is consistent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resonance / scale: 3.766, 3.770, 3.786, 3.782 for C, A, B, D — perfectly linear; D is no outlier.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is the most dipolar of the four (96.5 % l = 1), so truncating its own multipoles is not the issue.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95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consistent — twice 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treams — an independent implementation — reproduces D's wrong answer to 1.2×10⁻¹⁵.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evaluates the same addition theorem at the same lmax, so it inherits the same limit.</a:t>
            </a:r>
            <a:endParaRPr lang="en-US" sz="1150" dirty="0"/>
          </a:p>
        </p:txBody>
      </p:sp>
      <p:pic>
        <p:nvPicPr>
          <p:cNvPr id="11" name="Image 0" descr="slides/figs/s21_abc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8760"/>
            <a:ext cx="5349240" cy="365443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51389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a,b;c,d: this repo (blue) and treams (orange) are indistinguishable — and both sit far from CST (grey).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557784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5650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Cross-code agreement validates the implementation. Only full-wave validates the physics.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11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· THE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addition theorem: error contracts by only ρ per order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T-matrix describes its atom only outside the circumscribing sphere (radius a).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Re-expanding neighbour j's scattered field about atom i converges like a geometric series in ρ = (aᵢ + aⱼ)/d — truncation at lmax leaves an error ~ ρ^lmax.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486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lmax needed for ~1 %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a,c;c,a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a,b;b,a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a,b;c,d  (B–D pair)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alone  (D–D pair)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Used: lmax 3.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6035040" cy="1051560"/>
          </a:xfrm>
          <a:prstGeom prst="roundRect">
            <a:avLst>
              <a:gd name="adj" fmla="val 6087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193792"/>
            <a:ext cx="5522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by construction: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validity condition aᵢ + aⱼ &lt; d is satisfied in every case (D–D: 7.912 vs 8.000 µm). Marginally satisfied is worse than violated — nothing warns.</a:t>
            </a:r>
            <a:endParaRPr lang="en-US" sz="1200" dirty="0"/>
          </a:p>
        </p:txBody>
      </p:sp>
      <p:pic>
        <p:nvPicPr>
          <p:cNvPr id="10" name="Image 0" descr="slides/figs/layout_ab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2377440" cy="2486927"/>
          </a:xfrm>
          <a:prstGeom prst="rect">
            <a:avLst/>
          </a:prstGeom>
        </p:spPr>
      </p:pic>
      <p:pic>
        <p:nvPicPr>
          <p:cNvPr id="11" name="Image 1" descr="slides/figs/layout_ad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600200"/>
            <a:ext cx="2377440" cy="24869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4206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knob that matters: a,b;c,d puts B and D adjacent (gap 0.45 µm, ρ = 0.944); a,d;b,c re-pairs the same four atoms (tightest gap 1.17 µm, ρ = 0.854) and is 14× more accurate.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· THE DILEMMA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lmax makes it worse: two errors move in opposite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2606040"/>
          </a:xfrm>
          <a:prstGeom prst="roundRect">
            <a:avLst>
              <a:gd name="adj" fmla="val 2456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truncation error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like ρ^lmax — at ρ = 0.944 each extra order buys a factor 0.944: lmax ≈ 80 for 1 %.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lmax 3–5 the neglected remainder of the B–D coupling is of order 1.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2606040"/>
          </a:xfrm>
          <a:prstGeom prst="roundRect">
            <a:avLst>
              <a:gd name="adj" fmla="val 2456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noise amplification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 = 4, 5 rows of the measured T sit at the extraction noise floor.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near-field lattice sum amplifies exactly those rows: hₗ(kp) ~ (2l−1)!! / (kp)ˡ⁺¹ — |W| at l = 3 reaches 1025 at λ ≈ 30 µm vs 1.7 at 8.8 µm: 227× the dipole coupling there.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3889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measured, not predicted: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19472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 D's reconstruction is worse at lmax 5 than at lmax 3 — the noise term already dominates before truncation is fixed.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internal check fails too: the lmax 3→4→5 spread is largest for the most accurate cell (a,d;b,c), because the spread measures noise amplification, not geometry. There is no usable convergence warning.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 is representational, not algorithmic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2743200" cy="2743200"/>
          </a:xfrm>
          <a:prstGeom prst="ellipse">
            <a:avLst/>
          </a:prstGeom>
          <a:solidFill>
            <a:srgbClr val="FDF6E9"/>
          </a:solidFill>
          <a:ln w="25400">
            <a:solidFill>
              <a:srgbClr val="B7791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950208" y="2057400"/>
            <a:ext cx="2468880" cy="2468880"/>
          </a:xfrm>
          <a:prstGeom prst="ellipse">
            <a:avLst/>
          </a:prstGeom>
          <a:solidFill>
            <a:srgbClr val="FBEDEB"/>
          </a:solidFill>
          <a:ln w="25400">
            <a:solidFill>
              <a:srgbClr val="C039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468880" y="3291840"/>
            <a:ext cx="271576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ysDot"/>
          </a:ln>
        </p:spPr>
      </p:sp>
      <p:sp>
        <p:nvSpPr>
          <p:cNvPr id="8" name="Text 6"/>
          <p:cNvSpPr/>
          <p:nvPr/>
        </p:nvSpPr>
        <p:spPr>
          <a:xfrm>
            <a:off x="219456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0328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8 µm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46804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0.45 µm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T-matrix is valid only outside its dashed sphere — the gap region belongs to neither expansion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50566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single-centre, lmax-3 T-matrix has 30 modes. The field in a 0.45 µm gap varies on the scale of the gap — that information does not exist in those 30 numbers.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is fixed by geometry: circumscribing radii and centre distance. No solver setting, no lattice-sum method, no basis convention changes it.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hybridized gap mode (the measured red-shift) is reachable by the formalism only at lmax ≈ 80–400 — far beyond what measured T-matrices support.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FIX IS NOT IN THE AGGREGATION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modification of the aggregation alone can supply the missing physics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19202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in one line — the Neumann sandwich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 =  T a  +  T C T a  +  T C T C T a  +  …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lattice operator C is sandwiched between two copies of the stored T. T is zero outside l ≤ 3, so any higher-order content added to C is annihilated on contact — computing C exactly, at any lmax, changes nothing.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172200" cy="2423160"/>
          </a:xfrm>
          <a:prstGeom prst="roundRect">
            <a:avLst>
              <a:gd name="adj" fmla="val 264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obvious fix also dies — on geometry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the near-touching pair into one extracted super-atom makes a sphere that swallows the next neighbour: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709160"/>
          <a:ext cx="5577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merged radius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ρ vs rest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+ 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7.956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1.211  — invalid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7.596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1.292  — invalid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7.956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1.292  — invalid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22960" y="5806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(ρ ≥ 1 violates the validity condition outright — merging only works in sparse cells)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49440" y="3657600"/>
            <a:ext cx="4690872" cy="2423160"/>
          </a:xfrm>
          <a:prstGeom prst="roundRect">
            <a:avLst>
              <a:gd name="adj" fmla="val 2642"/>
            </a:avLst>
          </a:prstGeom>
          <a:solidFill>
            <a:srgbClr val="FAF3E3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5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23760" y="4160520"/>
            <a:ext cx="4142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gap-scale information must enter upstream of the solve: the representation of each atom — i.e. the extraction — has to change, not the aggregation that consumes it.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6473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 metasurfaces from measured meta-atoms</a:t>
            </a:r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Multi-centre representation: make ρ an algorithmic choice again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one 4 µm expansion centre by ~30 sub-centres of radius rₛ ≈ 0.5 µm tiling the ring. Since k·rₛ ≈ 0.24, each needs only dipoles (lmax 1): ~180 modes per atom, still a trivial dense solve.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pair convergence ratio becomes  ρ_sub = 2rₛ / (g + 2rₛ)  — set by a chosen radius, no longer by the fixed geometry.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6126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51560"/>
                <a:gridCol w="100584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 today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ρ_sub at rₛ = 0.5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B–D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0.448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A–D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D–D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0.088 µm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0.919  (graded radii near the gap)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206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B–D at ρ_sub = 0.691 would sit among the best-performing cells of the study (ρ ≈ 0.65–0.75).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040880" y="1572768"/>
            <a:ext cx="4599432" cy="2011680"/>
          </a:xfrm>
          <a:prstGeom prst="roundRect">
            <a:avLst>
              <a:gd name="adj" fmla="val 318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96912" y="171907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~80 % already built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96912" y="2029968"/>
            <a:ext cx="4087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lattice sums take arbitrary per-cell positions (treams shift list)</a:t>
            </a:r>
            <a:endParaRPr lang="en-US" sz="10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Multi-centre cluster operators exist (cluster_T)</a:t>
            </a:r>
            <a:endParaRPr lang="en-US" sz="10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needed: dense per-atom blocks instead of diagonal T’s — a data-model edit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40880" y="3767328"/>
            <a:ext cx="4599432" cy="2011680"/>
          </a:xfrm>
          <a:prstGeom prst="roundRect">
            <a:avLst>
              <a:gd name="adj" fmla="val 3182"/>
            </a:avLst>
          </a:prstGeom>
          <a:solidFill>
            <a:srgbClr val="F4F6F8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6912" y="391363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cost: extraction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96912" y="4224528"/>
            <a:ext cx="4087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180 independent excitations per atom</a:t>
            </a:r>
            <a:endParaRPr lang="en-US" sz="10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 waves are too smooth — near-field (dipole) sources must join the illumination set</a:t>
            </a:r>
            <a:endParaRPr lang="en-US" sz="10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CST protocol; the existing conditioning machinery is the right design tool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NOW ·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while the representation is rebuilt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1E2F4D"/>
          </a:solidFill>
          <a:ln w="9525">
            <a:solidFill>
              <a:srgbClr val="2E43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3736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on 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above 0.85, refuse above 0.95 (with --force). The η-split already refuses rather than guesses — extend the policy. Blocked only on storing the circumscribing radius in tmat.h5.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4256" y="155448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1E2F4D"/>
          </a:solidFill>
          <a:ln w="9525">
            <a:solidFill>
              <a:srgbClr val="2E43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73736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around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0288" y="2121408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place the two largest atoms adjacent: a,d;b,c vs a,b;c,d is 14× better for free — same atoms, same lattice.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9872" y="155448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1E2F4D"/>
          </a:solidFill>
          <a:ln w="9525">
            <a:solidFill>
              <a:srgbClr val="2E43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173736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Denoise, then lmax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5904" y="2121408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Symmetry-average the noisy l = 4, 5 rows before any lmax raise. Helps the ρ ≈ 0.85 band; cannot reach 0.944.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1672" cy="0"/>
          </a:xfrm>
          <a:prstGeom prst="line">
            <a:avLst/>
          </a:prstGeom>
          <a:noFill/>
          <a:ln w="12700">
            <a:solidFill>
              <a:srgbClr val="2E43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49884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Validated: composing metasurfaces from measured atoms is essentially free below ρ ≈ 0.85 — accuracy is set by the inputs, not the method.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84648"/>
            <a:ext cx="329184" cy="32918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157216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failures (a,b;c,d, a,c;d,b, atom D) are one diagnosed mechanism — slow convergence of the truncated addition theorem across sub-µm gaps — not noise, and not a bug: treams reproduces them to 10⁻¹⁵.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43016"/>
            <a:ext cx="329184" cy="32918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824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5815584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representational, not algorithmic: the aggregation provably cannot supply the missing gap physics; a multi-centre extraction can.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2026-08-10T15:10:59Z</dcterms:created>
  <dcterms:modified xsi:type="dcterms:W3CDTF">2026-08-10T15:10:59Z</dcterms:modified>
</cp:coreProperties>
</file>